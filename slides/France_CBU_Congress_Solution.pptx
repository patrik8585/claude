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1f0a1ae-00ed-28ad-95c7-90fb2d95b0f4}">
          <p14:sldIdLst>
            <p14:sldId id="256"/>
          </p14:sldIdLst>
        </p14:section>
        <p14:section name="Context" id="{365edfe6-73ba-7547-d500-ae5c72917b1f}">
          <p14:sldIdLst>
            <p14:sldId id="257"/>
          </p14:sldIdLst>
        </p14:section>
        <p14:section name="Solution" id="{676cebe4-a96c-0d1f-5a9f-afdd1c1f8627}">
          <p14:sldIdLst>
            <p14:sldId id="258"/>
            <p14:sldId id="259"/>
            <p14:sldId id="260"/>
          </p14:sldIdLst>
        </p14:section>
        <p14:section name="Visit" id="{c1efcf96-a416-e572-e5c4-1677bfb44e34}">
          <p14:sldIdLst>
            <p14:sldId id="261"/>
            <p14:sldId id="262"/>
          </p14:sldIdLst>
        </p14:section>
        <p14:section name="Next steps" id="{1cf7b3bb-240c-479e-d854-b4e48c67ac4f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present to France CBU the browser-based Congress solution built in the Salesforce org used by Pitcher: capture of HCP interactions, matching to the right HCP and automatic creation of a Visit (Presentation).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cases: large congresses with a Danone stand (many HCPs in a short time) and Danone training meetings (few HCPs, more time for detail).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channels feed one Capture. Matching links it to the right HCP record (auto-match, steward review or new HCP). Then the consent record is updated and sent to Gigya, and Apex creates the Visit on the HCP.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object, three entry points. Whatever the channel, the matched Capture is what triggers the Visit.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objects live in the same Salesforce org used by Pitcher. Consent and Visit both sit on the matched HCP record. Names are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extra click for the rep. The Visit is created as soon as the HCP is known, whatever the matching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E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Congress Management on Salesforce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Context and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09728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Today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Congress, invitations, expenses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possibility to add walk-in attendees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 to 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possible to search HCPs out of territory in seconds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the HCP is not in OneKey, no capture is possible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Tomorrow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3736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Visibility on all the HCPs available in Salesforce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Possibility to capture an interaction even if the HCP is not in Salesforce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Creation of a visit for KPIs as soon as the capture is matched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HCP self-registration, kiosk page and rep page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Minimal information captured to speed up the process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6552" y="2697480"/>
            <a:ext cx="310896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Solution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51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QR self-scan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HCP phone at the booth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0515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14600" y="1051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Kiosk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shared tablet at a training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0515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051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Rep page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rep phone, search first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1783080"/>
            <a:ext cx="402336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2696" y="1783080"/>
            <a:ext cx="201168" cy="20116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20574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Capture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staging record per sign-up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82696" y="2651760"/>
            <a:ext cx="201168" cy="20116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automatic matching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2926080"/>
            <a:ext cx="402336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71016" y="2926080"/>
            <a:ext cx="201168" cy="164592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089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108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Auto-matched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email or reg. no.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82696" y="2926080"/>
            <a:ext cx="201168" cy="164592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31089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14600" y="3108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To 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steward decides, 1 click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94376" y="2926080"/>
            <a:ext cx="201168" cy="164592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1089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3108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New HCP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plausible candidate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71600" y="3840480"/>
            <a:ext cx="626364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82696" y="3840480"/>
            <a:ext cx="201168" cy="20116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34656" y="3840480"/>
            <a:ext cx="201168" cy="201168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411480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E3ECF7"/>
          </a:solidFill>
          <a:ln w="12700">
            <a:solidFill>
              <a:srgbClr val="E3EC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94560" y="41148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Update Consent record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proof: text version, who, when, hash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81728" y="4261104"/>
            <a:ext cx="27432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4114800"/>
            <a:ext cx="16002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74920" y="41148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Sent to Gigya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marketing can communicate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20840" y="41148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66560" y="41148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Visit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created by Apex on the HCP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20840" y="1051560"/>
            <a:ext cx="1965960" cy="251460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11887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Existing: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Congress and attendees (Pitcher)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19202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New: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Capture, matching and Visit, in Salesforce from the browser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Visit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once the HCP is known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How a Capture is created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Records the HCP met from the rep page in Salesforce (browser), searching the HCP first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4408" y="109728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HCP - QR code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920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Scans the QR code with their own phone and fills in the registration form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71616" y="109728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48856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HCP - kiosk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1920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Registers on the kiosk page, on a shared tablet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5204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All channels create the same Capture record in Salesforce.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Matching then links it to the right HCP record.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Data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468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Attendee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Existing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HCP invited to the congress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51560"/>
            <a:ext cx="2468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Congress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Existing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Event, dates, 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Capture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New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record per sign-up, linked to the congress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71800" y="1554480"/>
            <a:ext cx="320040" cy="27432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1554480"/>
            <a:ext cx="32004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2395728"/>
            <a:ext cx="274320" cy="45720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after match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Presentation (Visit)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Existing - type Congress / Training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Created by Apex once the Capture is matched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29260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E3ECF7"/>
          </a:solidFill>
          <a:ln w="12700">
            <a:solidFill>
              <a:srgbClr val="E3EC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Consent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Existing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Updated after match, sent to Gigya. Proof: text version, who, when, hash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2926080"/>
            <a:ext cx="2468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Account (HCP)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Existing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Matched HCP record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3429000"/>
            <a:ext cx="320040" cy="27432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4206240"/>
            <a:ext cx="0" cy="2286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91640" y="4434840"/>
            <a:ext cx="57607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691640" y="4206240"/>
            <a:ext cx="0" cy="2286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Object names are indicative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Every matched Capture generates a Visit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E8"/>
                </a:solidFill>
              </a:rPr>
              <a:t>The last building block of the solution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Capture saved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097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By the rep in the browser, or by the HCP (QR code / kiosk)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Matching done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Capture linked to the HCP record: auto-match, steward decision or new HCP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Apex fires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560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once the Capture is matched, because the Visit must sit on the HCP record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Visit created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291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 Presentation on the HCP, type Congress or Training (from the meeting record)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Visible everywhere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023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HCP activity history, Engagement Plan, KPIs, reports, dashboards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51560" y="2103120"/>
            <a:ext cx="70408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828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Demo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95144" y="1828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9514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65376" y="256032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Pre-approval from France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03320" y="1828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256032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11496" y="1828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1149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256032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19672" y="1828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967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089904" y="256032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27848" y="1828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2784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56032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Go-live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 &amp; discussion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E8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gress">
  <a:themeElements>
    <a:clrScheme name="Congress">
      <a:dk1>
        <a:srgbClr val="1F2A37"/>
      </a:dk1>
      <a:lt1>
        <a:srgbClr val="FFFFFF"/>
      </a:lt1>
      <a:dk2>
        <a:srgbClr val="0B3C5D"/>
      </a:dk2>
      <a:lt2>
        <a:srgbClr val="EEF3F7"/>
      </a:lt2>
      <a:accent1>
        <a:srgbClr val="0B3C5D"/>
      </a:accent1>
      <a:accent2>
        <a:srgbClr val="E4572E"/>
      </a:accent2>
      <a:accent3>
        <a:srgbClr val="2E8B9A"/>
      </a:accent3>
      <a:accent4>
        <a:srgbClr val="7A8B99"/>
      </a:accent4>
      <a:accent5>
        <a:srgbClr val="F2B134"/>
      </a:accent5>
      <a:accent6>
        <a:srgbClr val="5B9E5B"/>
      </a:accent6>
      <a:hlink>
        <a:srgbClr val="2E8B9A"/>
      </a:hlink>
      <a:folHlink>
        <a:srgbClr val="7A8B99"/>
      </a:folHlink>
    </a:clrScheme>
    <a:fontScheme name="Congres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Congress Solution - France CBU</dc:title>
  <dc:subject>PptxGenJS Presentation</dc:subject>
  <dc:creator>PptxGenJS</dc:creator>
  <cp:lastModifiedBy>PptxGenJS</cp:lastModifiedBy>
  <cp:revision>1</cp:revision>
  <dcterms:created xsi:type="dcterms:W3CDTF">2026-10-22T10:47:57Z</dcterms:created>
  <dcterms:modified xsi:type="dcterms:W3CDTF">2026-10-22T10:47:57Z</dcterms:modified>
</cp:coreProperties>
</file>