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ca8e501-78d4-09cf-3d49-80f52cecdc98}">
          <p14:sldIdLst>
            <p14:sldId id="256"/>
            <p14:sldId id="257"/>
          </p14:sldIdLst>
        </p14:section>
        <p14:section name="Solution" id="{45b8e16a-d1d2-305a-b35f-24741ec582e0}">
          <p14:sldIdLst>
            <p14:sldId id="258"/>
            <p14:sldId id="259"/>
          </p14:sldIdLst>
        </p14:section>
        <p14:section name="Congress Visit" id="{6e616bf5-6ba9-737f-ce5f-b775651e0990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Next steps" id="{f4ed3dcc-8974-5e7d-be59-11dde9161203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Goal: present to France CBU the browser-based Congress solution built in the Salesforce org used by Pitcher, including the automatic creation of a Visit (Presentation) of type Congress for every Capture.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Pitcher already covers congress creation, invitations and expenses, but only on iPad. Our customization adds browser access and the capture of interactions, ending with a Visit.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Steps 1-2 reuse what exists today. Steps 3-4 are the new customization. Step 4 is the focus of this presentation.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objects live in the same Salesforce org used by Pitcher. Names are placeholders.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extra click for the rep: saving the Capture is enough. The Apex logic is bulk-safe so mass captures (e.g. loaded after a congress day) work the same.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Capture is the evidence of an interaction, so it is the natural trigger. The Attendee stays the invitation record; we can update its status to Met and, if the HCP was not invited, create the Attendee automatically (to be confirmed).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1 keeps the Visit minimal on purpose: reps are busy during congresses and every extra field slows down note-taking.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Rules to validate with France CBU, especially deletion and not-invited HCPs.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More detail means more effort during the congress. Defaulting values from the Congress keeps the capture almost as fast as Phase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CE8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Congress Management on Salesforce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France CBU - solution overview and automatic Congress Visit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From today to target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3429000"/>
          </a:xfrm>
          <a:prstGeom prst="roundRect">
            <a:avLst>
              <a:gd name="adj" fmla="val 21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Today - Pitcher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iPad only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Create a congress and invite attendees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Expense management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trace of who was actually met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visit in the HCP activity history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Target - Congress solution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Salesforce in the browser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Same org as Pitcher, no new system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Capture of each HCP interaction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Automatic Visit of type "Congress"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Visible in HCP history and reports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416552" y="2697480"/>
            <a:ext cx="31089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Solution at a glance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13716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Congress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Created with dates, venue and invited attendees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313432" y="2331720"/>
            <a:ext cx="26517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0604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246120" y="13716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4612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Attendees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HCPs invited to the congress (existing)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62272" y="2331720"/>
            <a:ext cx="26517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94960" y="13716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9496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Capture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Rep records each HCP met, from the browser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611112" y="2331720"/>
            <a:ext cx="265176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03720" y="1188720"/>
            <a:ext cx="1828800" cy="2560320"/>
          </a:xfrm>
          <a:prstGeom prst="roundRect">
            <a:avLst>
              <a:gd name="adj" fmla="val 4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43800" y="13716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3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995160" y="20574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Visit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514600"/>
            <a:ext cx="1554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Presentation of type "Congress" created by Apex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Existing: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steps 1-2 (Pitcher)    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New: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steps 3-4, available in Salesforce from the browser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Data model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Congress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Event, dates, venue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Attendee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 invited to the congress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097280"/>
            <a:ext cx="2468880" cy="1371600"/>
          </a:xfrm>
          <a:prstGeom prst="roundRect">
            <a:avLst>
              <a:gd name="adj" fmla="val 5333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Capture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5087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New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78308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HCP met by the rep at the congress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5508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Presentation (Visit)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 - new type "Congress"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One per Capture, created by Apex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063240"/>
            <a:ext cx="246888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546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Account (HCP)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34747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Existing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74904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Visited HCP, holds the activity history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971800" y="164592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52160" y="1645920"/>
            <a:ext cx="320040" cy="274320"/>
          </a:xfrm>
          <a:prstGeom prst="righ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0" y="2560320"/>
            <a:ext cx="274320" cy="411480"/>
          </a:xfrm>
          <a:prstGeom prst="downArrow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63240" y="3657600"/>
            <a:ext cx="3017520" cy="274320"/>
          </a:xfrm>
          <a:prstGeom prst="leftArrow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063240" y="3977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Visit linked to the HCP account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Object names are indicative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Every Capture generates a Congress Visit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The last building block of the solution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How it works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0972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Rep saves a Capture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09728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 Salesforce, from the browser, during or after the congress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828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Apex trigger fires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182880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After insert on Capture, handled by a dedicated Apex class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560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60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5603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Visit created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256032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Presentation record with type "Congress", pre-filled from the Capture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29184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Records linked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023360" y="32918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Visit stores the Capture, Congress and HCP; Capture stores the Visit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02336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0233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Visible everywhere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023360" y="402336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HCP activity history, reports and dashboards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When to create the Visit: Capture or Attendee?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2743200"/>
          </a:xfrm>
          <a:prstGeom prst="roundRect">
            <a:avLst>
              <a:gd name="adj" fmla="val 2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754880" y="109728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Option A - on Attendee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Invited does not mean met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Only one Visit per HCP per congress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HCPs met but not invited are missed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83480" y="1234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Option B - on Capture (recommended)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73736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Visit = real interaction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Visit per interaction, also on multi-day congresses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Works for walk-in HCPs too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023360"/>
            <a:ext cx="8229600" cy="594360"/>
          </a:xfrm>
          <a:prstGeom prst="roundRect">
            <a:avLst>
              <a:gd name="adj" fmla="val 123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4023360"/>
            <a:ext cx="7863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Recommendation: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create on Capture, link Visit to Capture (1:1), plus Congress and HCP; mark the Attendee as "Met".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Phase 1: a simple Visit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474720"/>
                <a:gridCol w="23774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Visit field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Source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C5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Type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Congress (new value)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Constant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Account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Visited HCP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Date / Time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Date of the interaction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Owner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Rep who made the 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Congress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Related congress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Back-reference, 1:1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 Id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Notes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Optional free text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</a:rPr>
                        <a:t>Capture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3"/>
                </a:solidFill>
              </a:rPr>
              <a:t>All fields are filled automatically: no extra input from the rep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Business rules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07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One Capture = one Visit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Capture keeps the Visit Id: re-processing never creates duplicates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663440" y="109728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2070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Capture updated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5544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Date and notes are synchronised to the Visit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8600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395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Capture deleted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related Visit is deleted (to be confirmed)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663440" y="228600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39572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HCP not invited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7432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Visit is created anyway; Attendee can be added automatically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84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Mass captures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9319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Apex is bulk-safe for many captures saved at once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3474720"/>
            <a:ext cx="393192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46320" y="3584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Errors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846320" y="393192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Failures are logged and the Capture is still saved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Phase 2: richer Visits, same effort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Products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Products discussed with the HCP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64408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47288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47288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041648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Therapeutic area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47288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TA of the conversation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071616" y="1097280"/>
            <a:ext cx="256032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128016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5449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848856" y="12801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Materials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Content shown or shared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88036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0175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Keep capture fast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42900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Default products and TA from the Congress, so the rep only confirms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Optional fields, never blocking the save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Fill in after the congress from the browser if needed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Next steps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874520"/>
            <a:ext cx="74980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300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Design sign-off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France CBU validates rules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2461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5176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Build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65176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Capture, Apex, Visit type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349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Test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UAT in the browser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45236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5236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233172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Go-live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0" y="269748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Ready for the next congress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BE3DC"/>
          </a:solidFill>
          <a:ln w="12700">
            <a:solidFill>
              <a:srgbClr val="FBE3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" y="361188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Decisions needed: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Visit on Capture (recommended) · behaviour on Capture deletion · auto-add non-invited HCPs as Attendees · Phase 2 scope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2801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 &amp; discussion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E8"/>
                </a:solidFill>
              </a:rPr>
              <a:t>Thank you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ngress">
  <a:themeElements>
    <a:clrScheme name="Congress">
      <a:dk1>
        <a:srgbClr val="1F2A37"/>
      </a:dk1>
      <a:lt1>
        <a:srgbClr val="FFFFFF"/>
      </a:lt1>
      <a:dk2>
        <a:srgbClr val="0B3C5D"/>
      </a:dk2>
      <a:lt2>
        <a:srgbClr val="EEF3F7"/>
      </a:lt2>
      <a:accent1>
        <a:srgbClr val="0B3C5D"/>
      </a:accent1>
      <a:accent2>
        <a:srgbClr val="E4572E"/>
      </a:accent2>
      <a:accent3>
        <a:srgbClr val="2E8B9A"/>
      </a:accent3>
      <a:accent4>
        <a:srgbClr val="7A8B99"/>
      </a:accent4>
      <a:accent5>
        <a:srgbClr val="F2B134"/>
      </a:accent5>
      <a:accent6>
        <a:srgbClr val="5B9E5B"/>
      </a:accent6>
      <a:hlink>
        <a:srgbClr val="2E8B9A"/>
      </a:hlink>
      <a:folHlink>
        <a:srgbClr val="7A8B99"/>
      </a:folHlink>
    </a:clrScheme>
    <a:fontScheme name="Congres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Congress Solution - France CBU</dc:title>
  <dc:subject>PptxGenJS Presentation</dc:subject>
  <dc:creator>PptxGenJS</dc:creator>
  <cp:lastModifiedBy>PptxGenJS</cp:lastModifiedBy>
  <cp:revision>1</cp:revision>
  <dcterms:created xsi:type="dcterms:W3CDTF">2026-10-22T07:36:10Z</dcterms:created>
  <dcterms:modified xsi:type="dcterms:W3CDTF">2026-10-22T07:36:10Z</dcterms:modified>
</cp:coreProperties>
</file>