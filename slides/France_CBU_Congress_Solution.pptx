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ff11d71-0071-79b8-5662-dce091551f13}">
          <p14:sldIdLst>
            <p14:sldId id="256"/>
          </p14:sldIdLst>
        </p14:section>
        <p14:section name="Context" id="{bcef5e61-8f9a-44da-a7fb-de6a14489104}">
          <p14:sldIdLst>
            <p14:sldId id="257"/>
          </p14:sldIdLst>
        </p14:section>
        <p14:section name="Solution" id="{28c54704-3ec7-5923-e4d0-8d433b9f6948}">
          <p14:sldIdLst>
            <p14:sldId id="258"/>
            <p14:sldId id="259"/>
            <p14:sldId id="260"/>
          </p14:sldIdLst>
        </p14:section>
        <p14:section name="Visit" id="{9378fa49-8b7a-01ed-b031-f730038d472e}">
          <p14:sldIdLst>
            <p14:sldId id="261"/>
            <p14:sldId id="262"/>
          </p14:sldIdLst>
        </p14:section>
        <p14:section name="Next steps" id="{d3517c77-83aa-7fee-1162-ee2ea597d422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to France CBU the browser-based Congress solution built in the Salesforce org used by Pitcher: capture of HCP interactions, matching to the right HCP and automatic creation of a Visit (Presentation).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cases: large congresses with a Danone stand (many HCPs in a short time) and Danone training meetings (few HCPs, more time for detail).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Congress and invitations reuse what exists today. Capture, matching and Visit are the new customization.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object, three entry points. Whatever the channel, the matched Capture is what triggers the Visit.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objects live in the same Salesforce org used by Pitcher. Consent and Visit both sit on the matched HCP record. Names are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the rep. The Visit is created as soon as the HCP is known, whatever the matching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Context and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Congress, invitations, expenses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possibility to add walk-in attendees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Slow to use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possible to search HCPs out of territory in seconds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If the HCP is not in OneKey, no capture is possible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Tomorrow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Visibility on all the HCPs available in Salesforce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Possibility to capture an interaction even if the HCP is not in Salesforce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Creation of a visit for KPIs as soon as the capture is matched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 self-registration, kiosk page and rep page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Minimal information captured to speed up the process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Congress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Created with dates, venue and invited attendees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1343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Capture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interaction recorded in Salesforce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6227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Matching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 linked to the right HCP record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1111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0372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4380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Visit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Presentation created by Apex on the HCP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Existing: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Congress and attendees (Pitcher)   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Capture, matching and Visit, in Salesforce from the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a Capture is created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Records the HCP met from the rep page in Salesforce (browser), searching the HCP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QR code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Scans the QR code with their own phone and fills in the registration form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- kiosk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202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 on the kiosk page, on a shared tablet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52044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All channels create the same Capture record in Salesforce.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Matching then links it to the right HCP record.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Congress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Event, dates, 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Attendee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invited to the congress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Capture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record per sign-up, matched to the HCP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E3ECF7"/>
          </a:solidFill>
          <a:ln w="12700">
            <a:solidFill>
              <a:srgbClr val="E3EC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Consent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Valid after email Confirm or signature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Proof: text version, who, when, hash. Sent to Gigya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Account (HCP)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Matched HCP, holds consent and activity history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5508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Presentation (Visit)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Created by Apex once the Capture is matched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7180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5216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0" y="2560320"/>
            <a:ext cx="274320" cy="41148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800" y="365760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52160" y="3657600"/>
            <a:ext cx="320040" cy="274320"/>
          </a:xfrm>
          <a:prstGeom prst="lef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Object names are indicative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matched Capture generates a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Capture saved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97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By the rep in the browser, or by the HCP (QR code / kiosk)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Matching done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828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Capture linked to the HCP record: auto-match, steward decision or new HCP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fires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5603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once the Capture is matched, because the Visit must sit on the HCP record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91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on the HCP, type Congress or Training (from the meeting record)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0233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KPIs,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51560" y="2103120"/>
            <a:ext cx="70408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828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Demo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95144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65376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Pre-approval from France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03320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3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73552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HLD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11496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1149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Build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19672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89904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27848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2784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256032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Go-live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2026-10-22T10:07:30Z</dcterms:created>
  <dcterms:modified xsi:type="dcterms:W3CDTF">2026-10-22T10:07:30Z</dcterms:modified>
</cp:coreProperties>
</file>