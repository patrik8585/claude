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62039ef-37dd-5bba-03a9-dac6a354ebb7}">
          <p14:sldIdLst>
            <p14:sldId id="256"/>
          </p14:sldIdLst>
        </p14:section>
        <p14:section name="Context" id="{4e5cd608-abba-5c3d-b6b1-a41dfc58d7b9}">
          <p14:sldIdLst>
            <p14:sldId id="257"/>
          </p14:sldIdLst>
        </p14:section>
        <p14:section name="Solution" id="{bcc2472b-f895-69e9-d8a9-19a170c81179}">
          <p14:sldIdLst>
            <p14:sldId id="258"/>
            <p14:sldId id="259"/>
            <p14:sldId id="260"/>
          </p14:sldIdLst>
        </p14:section>
        <p14:section name="Congress Visit" id="{8d82516f-77c8-8800-642c-622c0e5ed90b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Next steps" id="{891636ce-c119-4e73-789b-bb0db5583c66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present to France CBU the browser-based Congress solution built in the Salesforce org used by Pitcher: capture of HCP interactions and automatic creation of a Visit (Presentation) of type Congress.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cases: large congresses with a Danone stand (many HCPs in a short time) and Danone training meetings (few HCPs, more time for detail). Consent is collected without signature, confirmed acceptable by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Congress and invitations reuse what exists today. Capture and Visit are the new customization.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object, three entry points. Whatever the channel, the Capture is what triggers the Visit.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objects live in the same Salesforce org used by Pitcher. Names are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extra click for the rep. The Apex logic is bulk-safe so many captures entered during a break, or many QR submissions, are processed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 congress stand most HCPs are walk-ins, not invited attendees, so the Capture is the only reliable trigger. For training meetings the Attendee exists and is simply updated to Met.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keeps the Visit minimal on purpose: at a congress stand reps have only seconds per 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to validate with France CBU and Compliance, especially consent handling and deletion.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detail means more effort. The richer fields fit training meetings; at congress stands they are defaulted from the Congress so capture stays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Congress Management on Salesforce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France CBU - solution overview and automatic Congress Visit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Context and 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Today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Pitcher on iPad only: congress, invitations, expenses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HCP registrations land in Marketing Cloud and are matched to Salesforce by hand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Consents updated manually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visit in the HCP activity history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Objectives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Usable from Salesforce in the browser, same org as Pitcher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HCP interaction captured in Salesforce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Automatic Visit of type "Congress"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Fits both large congresses (fast pace) and training meetings (more detail)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2697480"/>
            <a:ext cx="31089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468880" cy="2560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Congress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Created with dates, venue and invited attendees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71800" y="2331720"/>
            <a:ext cx="347472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88720"/>
            <a:ext cx="2468880" cy="2560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Capture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51460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interaction recorded in Salesforce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52160" y="2331720"/>
            <a:ext cx="347472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188720"/>
            <a:ext cx="2468880" cy="2560320"/>
          </a:xfrm>
          <a:prstGeom prst="roundRect">
            <a:avLst>
              <a:gd name="adj" fmla="val 296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804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Visit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Presentation of type "Congress" created by Apex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Existing: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Congress and attendees (Pitcher)   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New: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Capture and Visit, in Salesforce from the browser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a Capture is created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Records the HCP met from the Congress page in Salesforce (browser)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- QR code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Scans the QR code with their own phone and fills in the registration form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- kiosk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 at the kiosk on the Danone stand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52044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All channels create the same Capture record in Salesforce.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Consent is collected on the form, without signature (approved by Compliance).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Congress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Event, dates, 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Attendee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invited to the congress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Capture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New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met, notes, consent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Presentation (Visit)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 - new type "Congress"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per Capture, created by Apex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Account (HCP)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Visited HCP, consent, activity history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7180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216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0" y="2560320"/>
            <a:ext cx="274320" cy="41148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63240" y="3657600"/>
            <a:ext cx="3017520" cy="274320"/>
          </a:xfrm>
          <a:prstGeom prst="lef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6324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Visit and consent on the HCP account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Object names are indicative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 Capture generates a Congress Visit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The last building block of the solution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97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Capture saved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97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By the rep in the browser, or by the HCP (QR code / kiosk)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Apex fires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828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insert on Capture, handled by a dedicated Apex class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Visit created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560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Presentation of type "Congress", pre-filled from the Capture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Records linked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stores the Capture, Congress and HCP; Capture stores the Visit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023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Visible everywhere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23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activity history, reports and dashboards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When to create the Visit: Capture or Attendee?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Option A - on Attendee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Invited does not mean met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one Visit per HCP per congress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HCPs met at the stand are rarely invited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Option B - on Capture (recommended)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Visit = real interaction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for stand visitors and training attendees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logic for all capture channels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023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Recommendation: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on Capture, link Visit to Capture (1:1), plus Congress and HCP; mark the Attendee as "Met".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1: a simple Visit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2377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Visit field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 (new value)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Constant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Account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HCP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/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of the interaction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Rep who made the 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Related 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Back-reference, 1:1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 Id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Notes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Optional free text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All fields are filled automatically: no extra input from the rep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Business rules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One Capture = one Visit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Capture keeps the Visit Id: re-processing never creates duplicates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Linked to an HCP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created when the Capture is linked to an HCP account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Capture updated / deleted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Changes synchronised to the Visit; deletion behaviour to be confirmed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HCP not invited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created anyway; Attendee can be added automatically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Bulk-safe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Many captures saved at once are processed in one go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Errors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Failures are logged and the Capture is still saved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2: richer Visits where there is time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Products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Products discussed with the HCP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Therapeutic area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 of the conversation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Materials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Content shown or shared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88036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Large congresses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4290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Defaults from the Congress, rep only confirms. Optional fields, never blocking.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Training meetings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4290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Full detail captured in the session: products, TA, materials and consent.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Design sign-off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France CBU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type, Apex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5236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523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Go-live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Next congress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4747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Decisions needed: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on Capture (recommended) · behaviour on Capture deletion · Phase 2 scope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&amp; discussion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gress">
  <a:themeElements>
    <a:clrScheme name="Congress">
      <a:dk1>
        <a:srgbClr val="1F2A37"/>
      </a:dk1>
      <a:lt1>
        <a:srgbClr val="FFFFFF"/>
      </a:lt1>
      <a:dk2>
        <a:srgbClr val="0B3C5D"/>
      </a:dk2>
      <a:lt2>
        <a:srgbClr val="EEF3F7"/>
      </a:lt2>
      <a:accent1>
        <a:srgbClr val="0B3C5D"/>
      </a:accent1>
      <a:accent2>
        <a:srgbClr val="E4572E"/>
      </a:accent2>
      <a:accent3>
        <a:srgbClr val="2E8B9A"/>
      </a:accent3>
      <a:accent4>
        <a:srgbClr val="7A8B99"/>
      </a:accent4>
      <a:accent5>
        <a:srgbClr val="F2B134"/>
      </a:accent5>
      <a:accent6>
        <a:srgbClr val="5B9E5B"/>
      </a:accent6>
      <a:hlink>
        <a:srgbClr val="2E8B9A"/>
      </a:hlink>
      <a:folHlink>
        <a:srgbClr val="7A8B99"/>
      </a:folHlink>
    </a:clrScheme>
    <a:fontScheme name="Congres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Congress Solution - France CBU</dc:title>
  <dc:subject>PptxGenJS Presentation</dc:subject>
  <dc:creator>PptxGenJS</dc:creator>
  <cp:lastModifiedBy>PptxGenJS</cp:lastModifiedBy>
  <cp:revision>1</cp:revision>
  <dcterms:created xsi:type="dcterms:W3CDTF">2026-10-22T07:51:25Z</dcterms:created>
  <dcterms:modified xsi:type="dcterms:W3CDTF">2026-10-22T07:51:25Z</dcterms:modified>
</cp:coreProperties>
</file>