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ff3d981e-cc07-0ee1-305f-b98b99ad2236}">
          <p14:sldIdLst>
            <p14:sldId id="256"/>
          </p14:sldIdLst>
        </p14:section>
        <p14:section name="Context" id="{7e55843f-f7e5-9d3d-a108-f98c400d4e5e}">
          <p14:sldIdLst>
            <p14:sldId id="257"/>
          </p14:sldIdLst>
        </p14:section>
        <p14:section name="Solution" id="{6320d282-b5cf-b34d-120a-c8eb5d67348d}">
          <p14:sldIdLst>
            <p14:sldId id="258"/>
            <p14:sldId id="259"/>
            <p14:sldId id="260"/>
          </p14:sldIdLst>
        </p14:section>
        <p14:section name="Visit" id="{0eb53bcc-72ed-b63e-b967-9defac5fdc33}">
          <p14:sldIdLst>
            <p14:sldId id="261"/>
            <p14:sldId id="262"/>
          </p14:sldIdLst>
        </p14:section>
        <p14:section name="Next steps" id="{2b2133fd-37a0-c896-05d7-fed0ce6d3a31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Goal: present to France CBU the browser-based Congress solution built in the Salesforce org used by Pitcher: capture of HCP interactions, matching to the right HCP and automatic creation of a Visit (Presentation).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cases: large congresses with a Danone stand (many HCPs in a short time) and Danone training meetings (few HCPs, more time for detail).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channels feed one Capture. Matching links it to the right HCP record (auto-match, steward review or new HCP). Then the consent record is created and sent to Gigya, and Apex creates the Visit on the HCP.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object, three entry points. Whatever the channel, the matched Capture is what triggers the Visit.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objects live in the same Salesforce org used by Pitcher. Consent and Visit both sit on the matched HCP record. Names are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extra click for the rep. The Visit is created as soon as the HCP is known, whatever the matching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ADCE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Congress Management on Salesforce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Context and objectives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Today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34747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Congress, invitations, expenses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possibility to add walk-in attendees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Slow to use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possible to search HCPs out of territory in seconds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If the HCP is not in OneKey, no capture is possible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Tomorrow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37360"/>
            <a:ext cx="34747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Visibility on all the HCPs available in Salesforce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Possibility to capture an interaction even if the HCP is not in Salesforce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Creation of a visit for KPIs as soon as the capture is matched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HCP self-registration, kiosk page and rep page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Minimal information captured to speed up the process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16552" y="2697480"/>
            <a:ext cx="31089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Solution at a glance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288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QR self-scan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HCP phone at the booth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468880" y="1005840"/>
            <a:ext cx="18288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14600" y="1005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Kiosk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shared tablet at a training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80560" y="1005840"/>
            <a:ext cx="18288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005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Rep page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rep phone, search first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0" y="1664208"/>
            <a:ext cx="4023360" cy="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82696" y="1664208"/>
            <a:ext cx="201168" cy="182880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77440" y="187452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23160" y="1874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Capture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one staging record per sign-up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82696" y="2441448"/>
            <a:ext cx="201168" cy="164592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77440" y="2624328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23160" y="26243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Automatic matching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 the background, in seconds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371600" y="3310128"/>
            <a:ext cx="4023360" cy="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82696" y="3191256"/>
            <a:ext cx="201168" cy="182880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01568"/>
            <a:ext cx="18288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" y="3401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Auto-matched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same email or reg. no.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68880" y="3401568"/>
            <a:ext cx="18288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14600" y="3401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To review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steward decides, 1 click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480560" y="3401568"/>
            <a:ext cx="18288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26280" y="3401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New HCP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no plausible candidate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371600" y="4041648"/>
            <a:ext cx="6309360" cy="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82696" y="4041648"/>
            <a:ext cx="201168" cy="164592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80376" y="4041648"/>
            <a:ext cx="201168" cy="164592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48840" y="4233672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E3ECF7"/>
          </a:solidFill>
          <a:ln w="12700">
            <a:solidFill>
              <a:srgbClr val="E3EC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194560" y="423367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Consent record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proof: text version, who, when, hash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681728" y="4343400"/>
            <a:ext cx="27432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0" y="4233672"/>
            <a:ext cx="160020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74920" y="4233672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Sent to Gigya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marketing can communicate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720840" y="423367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766560" y="42336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Visit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created by Apex on the HCP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720840" y="1005840"/>
            <a:ext cx="1965960" cy="274320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0" y="11430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Existing: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Congress and attendees (Pitcher)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0" y="192024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New: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Capture, matching, consent and Visit, in Salesforce from the browser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0" y="29260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Visit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only once the HCP is known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How a Capture is created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344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Records the HCP met from the rep page in Salesforce (browser), searching the HCP first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64408" y="1097280"/>
            <a:ext cx="256032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12344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HCP - QR code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19202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Scans the QR code with their own phone and fills in the registration form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71616" y="1097280"/>
            <a:ext cx="256032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5449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2344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HCP - kiosk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19202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Registers on the kiosk page, on a shared tablet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520440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All channels create the same Capture record in Salesforce.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Matching then links it to the right HCP record.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Data model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Congress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Event, dates, venue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Attendee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HCP invited to the congress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Capture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New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record per sign-up, matched to the HCP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Consent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New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749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HCP, status, text version, who, when, hash. Valid after email Confirm or signature, sent to Gigya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37560" y="3063240"/>
            <a:ext cx="24688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Account (HCP)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3749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Matched HCP record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306324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5508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Presentation (Visit)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 - type Congress / Training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3749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Created by Apex once the Capture is matched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71800" y="1645920"/>
            <a:ext cx="32004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52160" y="1645920"/>
            <a:ext cx="32004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0" y="2560320"/>
            <a:ext cx="274320" cy="411480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2743200" y="2606040"/>
            <a:ext cx="3566160" cy="41148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931920" y="2487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after match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971800" y="3657600"/>
            <a:ext cx="32004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852160" y="3657600"/>
            <a:ext cx="320040" cy="274320"/>
          </a:xfrm>
          <a:prstGeom prst="lef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Object names are indicative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Every matched Capture generates a Visit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The last building block of the solution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How it 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Capture saved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097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By the rep in the browser, or by the HCP (QR code / kiosk)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28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Matching done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8288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Capture linked to the HCP record: auto-match, steward decision or new HCP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560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Apex fires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5603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Only once the Capture is matched, because the Visit must sit on the HCP record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Visit created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2918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 Presentation on the HCP, type Congress or Training (from the meeting record)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0233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023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Visible everywhere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40233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HCP activity history, KPIs, reports and dashboards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51560" y="2103120"/>
            <a:ext cx="704088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968" y="18288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Demo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95144" y="18288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9514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865376" y="256032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Pre-approval from France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703320" y="18288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33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273552" y="256032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HLD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11496" y="18288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1149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256032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19672" y="18288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967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089904" y="256032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Test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27848" y="18288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2784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256032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Go-live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 &amp; discussion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Thank you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gress">
  <a:themeElements>
    <a:clrScheme name="Congress">
      <a:dk1>
        <a:srgbClr val="1F2A37"/>
      </a:dk1>
      <a:lt1>
        <a:srgbClr val="FFFFFF"/>
      </a:lt1>
      <a:dk2>
        <a:srgbClr val="0B3C5D"/>
      </a:dk2>
      <a:lt2>
        <a:srgbClr val="EEF3F7"/>
      </a:lt2>
      <a:accent1>
        <a:srgbClr val="0B3C5D"/>
      </a:accent1>
      <a:accent2>
        <a:srgbClr val="E4572E"/>
      </a:accent2>
      <a:accent3>
        <a:srgbClr val="2E8B9A"/>
      </a:accent3>
      <a:accent4>
        <a:srgbClr val="7A8B99"/>
      </a:accent4>
      <a:accent5>
        <a:srgbClr val="F2B134"/>
      </a:accent5>
      <a:accent6>
        <a:srgbClr val="5B9E5B"/>
      </a:accent6>
      <a:hlink>
        <a:srgbClr val="2E8B9A"/>
      </a:hlink>
      <a:folHlink>
        <a:srgbClr val="7A8B99"/>
      </a:folHlink>
    </a:clrScheme>
    <a:fontScheme name="Congres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Congress Solution - France CBU</dc:title>
  <dc:subject>PptxGenJS Presentation</dc:subject>
  <dc:creator>PptxGenJS</dc:creator>
  <cp:lastModifiedBy>PptxGenJS</cp:lastModifiedBy>
  <cp:revision>1</cp:revision>
  <dcterms:created xsi:type="dcterms:W3CDTF">2026-10-22T10:26:09Z</dcterms:created>
  <dcterms:modified xsi:type="dcterms:W3CDTF">2026-10-22T10:26:09Z</dcterms:modified>
</cp:coreProperties>
</file>