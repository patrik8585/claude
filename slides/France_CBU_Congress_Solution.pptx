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32e5d64-3966-f5db-80f8-cb3e6168cb9c}">
          <p14:sldIdLst>
            <p14:sldId id="256"/>
          </p14:sldIdLst>
        </p14:section>
        <p14:section name="Context" id="{94266fe2-b511-b3a7-6aa7-16b359354ce7}">
          <p14:sldIdLst>
            <p14:sldId id="257"/>
            <p14:sldId id="258"/>
            <p14:sldId id="259"/>
            <p14:sldId id="260"/>
          </p14:sldIdLst>
        </p14:section>
        <p14:section name="Solution" id="{8da56e8f-c6b8-22b2-d717-b572fc2ab422}">
          <p14:sldIdLst>
            <p14:sldId id="261"/>
            <p14:sldId id="262"/>
            <p14:sldId id="263"/>
          </p14:sldIdLst>
        </p14:section>
        <p14:section name="Congress Visit" id="{f0121b00-026f-e816-fa93-8c8203eb6449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Next steps" id="{8a74c229-1e30-a2ad-9c6d-0a0c1363d097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Goal: present to France CBU the browser-based Congress solution built in the Salesforce org used by Pitcher: capture of HCP interactions and consents, automatic matching to Salesforce accounts and automatic creation of a Visit (Presentation) of type Congress.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solution must serve both: a very light capture for congress stands and an optional richer capture for training meetings.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methods must remain possible: the solution should not force one way of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pain point maps to a design choice. Manual matching is the biggest effort saving.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Browser access fits the way reps work: they enter data during breaks, without carrying an iPad at the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Congress and invitations reuse what exists today. Capture, matching and Visit are the new customization.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 forms write directly into the Capture object in Salesforce instead of Marketing Cloud. Automatic matching replaces the manual review; only unmatched records need a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objects live in the same Salesforce org used by Pitcher. Names are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extra click for the rep. The Apex logic is bulk-safe so many captures entered during a break, or many QR submissions, are processed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a congress stand most HCPs are walk-ins, not invited attendees, so the Capture is the only reliable trigger. For training meetings the Attendee exists and is simply updated to Met.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keeps the Visit minimal on purpose: at a congress stand reps have only seconds per HCP.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to validate with France CBU and Compliance, especially consent handling and deletion.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detail means more effort. The richer fields fit training meetings; at congress stands they are defaulted from the Congress so capture stays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first on a training meeting is lower risk: few HCPs and a relaxed setting.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Congress Management on Salesforce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France CBU - solution overview and automatic Congress Visit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Two use cases, two paces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2801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2801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Large congresses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0574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Danone stand, high pace, many HCPs visiting in a short time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356616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200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Implication: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Capture must take seconds: minimum data, the rest later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92040" y="12801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12801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Training meetings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0574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Organized by Danone, few HCPs, relaxed setting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46320" y="3154680"/>
            <a:ext cx="356616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83480" y="32004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Implication: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Time to collect more detail: products, topics, consent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reps capture HCPs 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Paper notes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iPad at the stand. Reps focus on the conversation, note on paper and enter data later, during breaks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5603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QR code - HCP scans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920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HCP scans with their own phone and fills in a form with details and consent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5603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2344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QR code - rep scans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920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 scans with their own phone, then hands it to the HCP or fills in the form while talking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Consent: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collected without signature in all cases - confirmed acceptable by Compliance. Reps are still testing what works best.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Pain points and how we address them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Pain point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Our answer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749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0" y="1371600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63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Consent at first interaction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Reps prefer to ask at a later meeting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709928"/>
            <a:ext cx="45720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0" y="14630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Consent optional on the Capture, can be added at any later interaction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3749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2468880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560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Low conversion with self-scan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880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HCPs often do not complete the form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43400" y="2807208"/>
            <a:ext cx="45720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0" y="25603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Rep-led capture in the browser, with a very short form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3749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37760" y="3566160"/>
            <a:ext cx="3749040" cy="960120"/>
          </a:xfrm>
          <a:prstGeom prst="roundRect">
            <a:avLst>
              <a:gd name="adj" fmla="val 7619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6576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Manual data matching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9776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Form data lands in Marketing Cloud, matched and consents updated by hand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43400" y="3904488"/>
            <a:ext cx="45720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0" y="36576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Capture lands in Salesforce, auto-matched to the HCP, consent updated automatically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From today to target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Today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Pitcher on iPad only: congress, invitations, expenses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Paper notes and QR forms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Data in Marketing Cloud, matched by hand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visit in the HCP activity history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Target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Salesforce in the browser (laptop or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org as Pitcher, no new system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All captures land in Salesforce, auto-matched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Automatic Visit of type "Congress"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16552" y="2697480"/>
            <a:ext cx="31089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Solution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3716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Congress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Created with dates, venue and invited attendees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1343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0604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Capture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 entry in the browser or QR form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6227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496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Matching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Capture linked to the HCP account, consent updated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1111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0372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4380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3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Visit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Presentation of type "Congress" created by Apex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Existing: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step 1 (Pitcher)   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New: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steps 2-4, in Salesforce from the browser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One Capture, three channels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7432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 in the browser (after the talk, during breaks)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91840" y="1389888"/>
            <a:ext cx="36576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03120"/>
            <a:ext cx="27432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1031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QR form - scanned by the HCP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2350008"/>
            <a:ext cx="36576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063240"/>
            <a:ext cx="27432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0632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QR form - scanned by the rep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91840" y="3310128"/>
            <a:ext cx="36576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49040" y="1143000"/>
            <a:ext cx="1828800" cy="2697480"/>
          </a:xfrm>
          <a:prstGeom prst="roundRect">
            <a:avLst>
              <a:gd name="adj" fmla="val 4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Capture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173736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data, congress, notes, consent (optional)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0" y="2350008"/>
            <a:ext cx="36576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143000"/>
            <a:ext cx="25603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2606040"/>
            <a:ext cx="256032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63640" y="1188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Matched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1508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Linked to the HCP account, consent updated, Visit created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651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Not matched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971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Review queue: pick the account or request a new HCP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Matching key to define with France CBU (e.g. RPPS number, then name + city)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Congress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Event, dates, venue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Attendee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invited to the congress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Capture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New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met, notes, consent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Presentation (Visit)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 - new type "Congress"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per matched Capture, created by Apex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Account (HCP)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Visited HCP, consent, activity history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97180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5216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0" y="2560320"/>
            <a:ext cx="274320" cy="41148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63240" y="3657600"/>
            <a:ext cx="3017520" cy="274320"/>
          </a:xfrm>
          <a:prstGeom prst="lef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6324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Visit and consent on the HCP account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Object names are indicative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 Capture generates a Congress Visit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The last building block of the solution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97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Capture saved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972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From the browser or a QR form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HCP matched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828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Automatically, or from the review queue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560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Apex fires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560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 Capture insert/update, once it is linked to an HCP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Visit created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291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Presentation of type "Congress", pre-filled from the Capture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023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Visible everywhere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23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HCP activity history, reports and dashboards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When to create the Visit: Capture or Attendee?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Option A - on Attendee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Invited does not mean met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one Visit per HCP per congress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HCPs met at the stand are rarely invited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Option B - on Capture (recommended)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Visit = real interaction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Works for stand visitors and training attendees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logic for all three capture channels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023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Recommendation: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on Capture, link Visit to Capture (1:1), plus Congress and HCP; mark the Attendee as "Met".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Phase 1: a simple Visit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23774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Visit field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Congress (new value)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Constant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Account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Matched HCP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Date / Time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Date of the interaction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Owner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Rep who made the 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Congress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Related congress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Back-reference, 1:1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 Id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Notes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Optional free text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All fields are filled automatically: no extra input from the rep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Business rules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One Capture = one Visit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Capture keeps the Visit Id: re-processing never creates duplicates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07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 match, no Visit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 is created only once the Capture is linked to an HCP account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Consent is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Never blocks the Capture; when given, it updates the HCP consent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395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Capture updated / deleted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Changes synchronised to the Visit; deletion behaviour to be confirmed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84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HCP not invited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319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 created anyway; Attendee can be added automatically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584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Bulk &amp; errors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9319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Bulk-safe Apex; failures logged, the Capture is always saved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Phase 2: richer Visits where there is time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Products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Products discussed with the HCP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Therapeutic area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 of the conversation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Materials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Content shown or shared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88036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Large congresses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4290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Defaults from the Congress, rep only confirms. Optional fields, never blocking.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Training meetings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4290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Full detail captured in the session: products, TA, materials and consent.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74980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Design sign-off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France CBU &amp; Compliance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Capture, QR form, matching, Apex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Test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UAT on a training meeting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5236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523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Go-live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Next large congress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4747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Decisions needed: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on Capture (recommended) · matching key · QR form into Salesforce instead of Marketing Cloud · deletion behaviour · Phase 2 scope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&amp; discussion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gress">
  <a:themeElements>
    <a:clrScheme name="Congress">
      <a:dk1>
        <a:srgbClr val="1F2A37"/>
      </a:dk1>
      <a:lt1>
        <a:srgbClr val="FFFFFF"/>
      </a:lt1>
      <a:dk2>
        <a:srgbClr val="0B3C5D"/>
      </a:dk2>
      <a:lt2>
        <a:srgbClr val="EEF3F7"/>
      </a:lt2>
      <a:accent1>
        <a:srgbClr val="0B3C5D"/>
      </a:accent1>
      <a:accent2>
        <a:srgbClr val="E4572E"/>
      </a:accent2>
      <a:accent3>
        <a:srgbClr val="2E8B9A"/>
      </a:accent3>
      <a:accent4>
        <a:srgbClr val="7A8B99"/>
      </a:accent4>
      <a:accent5>
        <a:srgbClr val="F2B134"/>
      </a:accent5>
      <a:accent6>
        <a:srgbClr val="5B9E5B"/>
      </a:accent6>
      <a:hlink>
        <a:srgbClr val="2E8B9A"/>
      </a:hlink>
      <a:folHlink>
        <a:srgbClr val="7A8B99"/>
      </a:folHlink>
    </a:clrScheme>
    <a:fontScheme name="Congres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Congress Solution - France CBU</dc:title>
  <dc:subject>PptxGenJS Presentation</dc:subject>
  <dc:creator>PptxGenJS</dc:creator>
  <cp:lastModifiedBy>PptxGenJS</cp:lastModifiedBy>
  <cp:revision>1</cp:revision>
  <dcterms:created xsi:type="dcterms:W3CDTF">2026-10-22T07:41:25Z</dcterms:created>
  <dcterms:modified xsi:type="dcterms:W3CDTF">2026-10-22T07:41:25Z</dcterms:modified>
</cp:coreProperties>
</file>